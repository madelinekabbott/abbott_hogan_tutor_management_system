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CEC59-5067-3AD2-A278-9EDE265AF003}" v="7" dt="2025-05-02T17:47:38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88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800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640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3097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604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3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03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852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390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187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53" r:id="rId6"/>
    <p:sldLayoutId id="2147483849" r:id="rId7"/>
    <p:sldLayoutId id="2147483850" r:id="rId8"/>
    <p:sldLayoutId id="2147483851" r:id="rId9"/>
    <p:sldLayoutId id="2147483852" r:id="rId10"/>
    <p:sldLayoutId id="214748385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4omWvBuipHw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09740" y="1122363"/>
            <a:ext cx="5066592" cy="1978346"/>
          </a:xfrm>
        </p:spPr>
        <p:txBody>
          <a:bodyPr>
            <a:normAutofit/>
          </a:bodyPr>
          <a:lstStyle/>
          <a:p>
            <a:r>
              <a:rPr lang="en-US"/>
              <a:t>Tutor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09740" y="3509963"/>
            <a:ext cx="5066592" cy="1747837"/>
          </a:xfrm>
        </p:spPr>
        <p:txBody>
          <a:bodyPr>
            <a:normAutofit/>
          </a:bodyPr>
          <a:lstStyle/>
          <a:p>
            <a:r>
              <a:rPr lang="en-US"/>
              <a:t>Students Receiving The Help They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83C11-07F8-661B-113C-C321B496A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6" r="42961" b="1"/>
          <a:stretch/>
        </p:blipFill>
        <p:spPr>
          <a:xfrm>
            <a:off x="6824" y="10"/>
            <a:ext cx="5669280" cy="6857990"/>
          </a:xfrm>
          <a:prstGeom prst="rect">
            <a:avLst/>
          </a:prstGeom>
        </p:spPr>
      </p:pic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2838"/>
            <a:ext cx="3342291" cy="960875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1701611" y="285553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9740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52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4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miling young man showing phone to laughing friend while sitting on floor of university corridor">
            <a:extLst>
              <a:ext uri="{FF2B5EF4-FFF2-40B4-BE49-F238E27FC236}">
                <a16:creationId xmlns:a16="http://schemas.microsoft.com/office/drawing/2014/main" id="{29ED2EC4-2C3B-E226-E09A-EB8B98DA8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66055" cy="3521676"/>
          </a:xfrm>
          <a:prstGeom prst="rect">
            <a:avLst/>
          </a:prstGeom>
        </p:spPr>
      </p:pic>
      <p:pic>
        <p:nvPicPr>
          <p:cNvPr id="5" name="Picture 4" descr="Adult working with student">
            <a:extLst>
              <a:ext uri="{FF2B5EF4-FFF2-40B4-BE49-F238E27FC236}">
                <a16:creationId xmlns:a16="http://schemas.microsoft.com/office/drawing/2014/main" id="{853B81F0-9593-C982-51B8-FC2B6DECA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54" y="3521393"/>
            <a:ext cx="4139515" cy="3336890"/>
          </a:xfrm>
          <a:prstGeom prst="rect">
            <a:avLst/>
          </a:prstGeom>
        </p:spPr>
      </p:pic>
      <p:pic>
        <p:nvPicPr>
          <p:cNvPr id="6" name="Picture 5" descr="Close up of heart shaped pages of a book">
            <a:extLst>
              <a:ext uri="{FF2B5EF4-FFF2-40B4-BE49-F238E27FC236}">
                <a16:creationId xmlns:a16="http://schemas.microsoft.com/office/drawing/2014/main" id="{F1D3D45F-CE1E-401F-B27C-49D153E43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567" y="6576"/>
            <a:ext cx="3686434" cy="35394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26C19A-0475-A498-64EC-23CC41A3F035}"/>
              </a:ext>
            </a:extLst>
          </p:cNvPr>
          <p:cNvSpPr txBox="1"/>
          <p:nvPr/>
        </p:nvSpPr>
        <p:spPr>
          <a:xfrm>
            <a:off x="0" y="3533112"/>
            <a:ext cx="437498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Georgia Pro Semibold"/>
              </a:rPr>
              <a:t>Our integrated system is designed to help students and tutors to schedule meetings on the subjects they need. Whether that be homework or help studying for a test.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7BF2B-ADEB-AE6D-0EE1-DC75C3978228}"/>
              </a:ext>
            </a:extLst>
          </p:cNvPr>
          <p:cNvSpPr txBox="1"/>
          <p:nvPr/>
        </p:nvSpPr>
        <p:spPr>
          <a:xfrm>
            <a:off x="4364690" y="7008"/>
            <a:ext cx="4143655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latin typeface="Georgia Pro Semibold"/>
              </a:rPr>
              <a:t>Github</a:t>
            </a:r>
            <a:r>
              <a:rPr lang="en-US" dirty="0">
                <a:latin typeface="Georgia Pro Semibold"/>
              </a:rPr>
              <a:t>:</a:t>
            </a:r>
          </a:p>
          <a:p>
            <a:pPr algn="ctr"/>
            <a:r>
              <a:rPr lang="en-US" dirty="0">
                <a:latin typeface="Georgia Pro Semibold"/>
                <a:ea typeface="+mn-lt"/>
                <a:cs typeface="+mn-lt"/>
              </a:rPr>
              <a:t>github.com/</a:t>
            </a:r>
            <a:r>
              <a:rPr lang="en-US" err="1">
                <a:latin typeface="Georgia Pro Semibold"/>
                <a:ea typeface="+mn-lt"/>
                <a:cs typeface="+mn-lt"/>
              </a:rPr>
              <a:t>madelinekabbott</a:t>
            </a:r>
            <a:r>
              <a:rPr lang="en-US" dirty="0">
                <a:latin typeface="Georgia Pro Semibold"/>
                <a:ea typeface="+mn-lt"/>
                <a:cs typeface="+mn-lt"/>
              </a:rPr>
              <a:t>/</a:t>
            </a:r>
            <a:r>
              <a:rPr lang="en-US" err="1">
                <a:latin typeface="Georgia Pro Semibold"/>
                <a:ea typeface="+mn-lt"/>
                <a:cs typeface="+mn-lt"/>
              </a:rPr>
              <a:t>Abbott_Hogan_Tutor_Management_System</a:t>
            </a:r>
            <a:endParaRPr lang="en-US">
              <a:latin typeface="Georgia Pro Semibold"/>
              <a:ea typeface="+mn-lt"/>
              <a:cs typeface="+mn-lt"/>
            </a:endParaRPr>
          </a:p>
          <a:p>
            <a:pPr algn="ctr"/>
            <a:endParaRPr lang="en-US" dirty="0">
              <a:latin typeface="Georgia Pro Semibold"/>
            </a:endParaRPr>
          </a:p>
          <a:p>
            <a:pPr algn="ctr"/>
            <a:r>
              <a:rPr lang="en-US" dirty="0">
                <a:latin typeface="Georgia Pro Semibold"/>
              </a:rPr>
              <a:t>Demo:</a:t>
            </a:r>
          </a:p>
          <a:p>
            <a:pPr algn="ctr"/>
            <a:r>
              <a:rPr lang="en-US" sz="1600" u="sng" dirty="0">
                <a:solidFill>
                  <a:srgbClr val="71100B"/>
                </a:solidFill>
                <a:ea typeface="+mn-lt"/>
                <a:cs typeface="+mn-lt"/>
                <a:hlinkClick r:id="rId5"/>
              </a:rPr>
              <a:t>https://youtu.be/4omWvBuipHw</a:t>
            </a:r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1A730-C593-81E5-4463-E0ADD70369FC}"/>
              </a:ext>
            </a:extLst>
          </p:cNvPr>
          <p:cNvSpPr txBox="1"/>
          <p:nvPr/>
        </p:nvSpPr>
        <p:spPr>
          <a:xfrm>
            <a:off x="8529155" y="3560715"/>
            <a:ext cx="36159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Georgia Pro Semibold"/>
              </a:rPr>
              <a:t>Tutors are able to make their own schedule while ensuring students get the help they need. The admin feature allows professors to handle scheduling </a:t>
            </a:r>
            <a:r>
              <a:rPr lang="en-US" err="1">
                <a:latin typeface="Georgia Pro Semibold"/>
              </a:rPr>
              <a:t>fo</a:t>
            </a:r>
            <a:r>
              <a:rPr lang="en-US" dirty="0">
                <a:latin typeface="Georgia Pro Semibold"/>
              </a:rPr>
              <a:t> their classroom.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14688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RocaVTI</vt:lpstr>
      <vt:lpstr>Tutor Management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77</cp:revision>
  <dcterms:created xsi:type="dcterms:W3CDTF">2025-03-17T21:27:54Z</dcterms:created>
  <dcterms:modified xsi:type="dcterms:W3CDTF">2025-05-02T17:48:01Z</dcterms:modified>
</cp:coreProperties>
</file>